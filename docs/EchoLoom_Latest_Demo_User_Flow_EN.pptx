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3814af363145ed" /><Relationship Type="http://schemas.openxmlformats.org/officeDocument/2006/relationships/extended-properties" Target="/docProps/app.xml" Id="R6ffa3fbebee14474" /><Relationship Type="http://schemas.openxmlformats.org/officeDocument/2006/relationships/officeDocument" Target="/ppt/presentation.xml" Id="R2c156ddc02e1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f0b1101444b4a"/>
  </p:sldMasterIdLst>
  <p:notesMasterIdLst>
    <p:notesMasterId xmlns:r="http://schemas.openxmlformats.org/officeDocument/2006/relationships" r:id="R140801c5c9ca4ecf"/>
  </p:notesMasterIdLst>
  <p:sldIdLst>
    <p:sldId xmlns:r="http://schemas.openxmlformats.org/officeDocument/2006/relationships" id="256" r:id="R737cb19856ae49b8"/>
    <p:sldId xmlns:r="http://schemas.openxmlformats.org/officeDocument/2006/relationships" id="257" r:id="R5ef221b6f50c4e07"/>
    <p:sldId xmlns:r="http://schemas.openxmlformats.org/officeDocument/2006/relationships" id="258" r:id="R43d841e4d8a14637"/>
    <p:sldId xmlns:r="http://schemas.openxmlformats.org/officeDocument/2006/relationships" id="259" r:id="R681d810a3ea04691"/>
    <p:sldId xmlns:r="http://schemas.openxmlformats.org/officeDocument/2006/relationships" id="260" r:id="R9faeaf011207486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6c77eb2bad42ae" /><Relationship Type="http://schemas.openxmlformats.org/officeDocument/2006/relationships/slideMaster" Target="/ppt/slideMasters/slideMaster1.xml" Id="Rcb8f0b1101444b4a" /><Relationship Type="http://schemas.openxmlformats.org/officeDocument/2006/relationships/notesMaster" Target="/ppt/notesMasters/notesMaster1.xml" Id="R140801c5c9ca4ecf" /><Relationship Type="http://schemas.openxmlformats.org/officeDocument/2006/relationships/presProps" Target="/ppt/presProps.xml" Id="R8bffdef66fb249c4" /><Relationship Type="http://schemas.openxmlformats.org/officeDocument/2006/relationships/tableStyles" Target="/ppt/tableStyles.xml" Id="Rfc8dc1038f184438" /><Relationship Type="http://schemas.openxmlformats.org/officeDocument/2006/relationships/slide" Target="/ppt/slides/slide1.xml" Id="R737cb19856ae49b8" /><Relationship Type="http://schemas.openxmlformats.org/officeDocument/2006/relationships/slide" Target="/ppt/slides/slide2.xml" Id="R5ef221b6f50c4e07" /><Relationship Type="http://schemas.openxmlformats.org/officeDocument/2006/relationships/slide" Target="/ppt/slides/slide3.xml" Id="R43d841e4d8a14637" /><Relationship Type="http://schemas.openxmlformats.org/officeDocument/2006/relationships/slide" Target="/ppt/slides/slide4.xml" Id="R681d810a3ea04691" /><Relationship Type="http://schemas.openxmlformats.org/officeDocument/2006/relationships/slide" Target="/ppt/slides/slide5.xml" Id="R9faeaf011207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cd491d62b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1e2b7be994b86" /><Relationship Type="http://schemas.openxmlformats.org/officeDocument/2006/relationships/notesMaster" Target="/ppt/notesMasters/notesMaster1.xml" Id="Rbd2edae6651c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43863eff346fc" /><Relationship Type="http://schemas.openxmlformats.org/officeDocument/2006/relationships/notesMaster" Target="/ppt/notesMasters/notesMaster1.xml" Id="R0e6935d97ef4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803d6ec22f4b5b" /><Relationship Type="http://schemas.openxmlformats.org/officeDocument/2006/relationships/notesMaster" Target="/ppt/notesMasters/notesMaster1.xml" Id="R9c80d04869c544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13e732989545e1" /><Relationship Type="http://schemas.openxmlformats.org/officeDocument/2006/relationships/notesMaster" Target="/ppt/notesMasters/notesMaster1.xml" Id="Rc8190673c70348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e129b6e2264601" /><Relationship Type="http://schemas.openxmlformats.org/officeDocument/2006/relationships/notesMaster" Target="/ppt/notesMasters/notesMaster1.xml" Id="Reb5eba51276f49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in English mode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in English mode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in English mode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in English mode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in English mode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54d0daaba45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4f735ba5a84b09" /><Relationship Type="http://schemas.openxmlformats.org/officeDocument/2006/relationships/slideLayout" Target="/ppt/slideLayouts/slideLayout1.xml" Id="Rb8b5e08bcf6849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5e08bcf6849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c85dc59cb4a8d" /><Relationship Type="http://schemas.openxmlformats.org/officeDocument/2006/relationships/image" Target="/ppt/media/image.jpeg" Id="Rdd14cb7ecc8f4899" /><Relationship Type="http://schemas.openxmlformats.org/officeDocument/2006/relationships/image" Target="/ppt/media/image2.jpeg" Id="R6f87da48a7ba4502" /><Relationship Type="http://schemas.openxmlformats.org/officeDocument/2006/relationships/image" Target="/ppt/media/image3.jpeg" Id="Rb9b8c384a71e4c0a" /><Relationship Type="http://schemas.openxmlformats.org/officeDocument/2006/relationships/image" Target="/ppt/media/image4.jpeg" Id="R530465d9f9624fff" /><Relationship Type="http://schemas.openxmlformats.org/officeDocument/2006/relationships/image" Target="/ppt/media/image5.jpeg" Id="R772767e976f74695" /><Relationship Type="http://schemas.openxmlformats.org/officeDocument/2006/relationships/notesSlide" Target="/ppt/notesSlides/notesSlide1.xml" Id="Rd8b4eb753b874f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4e4c0d43e4230" /><Relationship Type="http://schemas.openxmlformats.org/officeDocument/2006/relationships/image" Target="/ppt/media/image6.jpeg" Id="R116ddbcb013342b8" /><Relationship Type="http://schemas.openxmlformats.org/officeDocument/2006/relationships/image" Target="/ppt/media/image7.jpeg" Id="R992eece07b8649bf" /><Relationship Type="http://schemas.openxmlformats.org/officeDocument/2006/relationships/image" Target="/ppt/media/image8.jpeg" Id="R96423c5cf9d741a9" /><Relationship Type="http://schemas.openxmlformats.org/officeDocument/2006/relationships/image" Target="/ppt/media/image9.jpeg" Id="Rabe609e1e5c04b68" /><Relationship Type="http://schemas.openxmlformats.org/officeDocument/2006/relationships/image" Target="/ppt/media/image10.jpeg" Id="Rc461dec69f244a74" /><Relationship Type="http://schemas.openxmlformats.org/officeDocument/2006/relationships/notesSlide" Target="/ppt/notesSlides/notesSlide2.xml" Id="Rc71c954eb7a547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2406d77f748e6" /><Relationship Type="http://schemas.openxmlformats.org/officeDocument/2006/relationships/image" Target="/ppt/media/image11.jpeg" Id="Rcd00c25c117249ea" /><Relationship Type="http://schemas.openxmlformats.org/officeDocument/2006/relationships/image" Target="/ppt/media/image12.jpeg" Id="R7229fc091fd64918" /><Relationship Type="http://schemas.openxmlformats.org/officeDocument/2006/relationships/image" Target="/ppt/media/image13.jpeg" Id="R6e03d9c7f316447d" /><Relationship Type="http://schemas.openxmlformats.org/officeDocument/2006/relationships/image" Target="/ppt/media/image14.jpeg" Id="R8919b1aa51234f5d" /><Relationship Type="http://schemas.openxmlformats.org/officeDocument/2006/relationships/notesSlide" Target="/ppt/notesSlides/notesSlide3.xml" Id="R5f2f813c7448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1251defab485d" /><Relationship Type="http://schemas.openxmlformats.org/officeDocument/2006/relationships/image" Target="/ppt/media/image15.jpeg" Id="R98c11cd19eb94cfd" /><Relationship Type="http://schemas.openxmlformats.org/officeDocument/2006/relationships/image" Target="/ppt/media/image16.jpeg" Id="Rb7acb75a7e994aa1" /><Relationship Type="http://schemas.openxmlformats.org/officeDocument/2006/relationships/image" Target="/ppt/media/image17.jpeg" Id="R8ae2955dfddd4e48" /><Relationship Type="http://schemas.openxmlformats.org/officeDocument/2006/relationships/image" Target="/ppt/media/image18.jpeg" Id="R4137938cc2e844c4" /><Relationship Type="http://schemas.openxmlformats.org/officeDocument/2006/relationships/image" Target="/ppt/media/image19.jpeg" Id="R6ffae7a3a12646bc" /><Relationship Type="http://schemas.openxmlformats.org/officeDocument/2006/relationships/notesSlide" Target="/ppt/notesSlides/notesSlide4.xml" Id="R5e9b6c7f018948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06904b92a4c54" /><Relationship Type="http://schemas.openxmlformats.org/officeDocument/2006/relationships/image" Target="/ppt/media/image20.jpeg" Id="R0c550a1879904bc0" /><Relationship Type="http://schemas.openxmlformats.org/officeDocument/2006/relationships/image" Target="/ppt/media/image21.jpeg" Id="R48de473d1ff44c9e" /><Relationship Type="http://schemas.openxmlformats.org/officeDocument/2006/relationships/image" Target="/ppt/media/image22.jpeg" Id="R6884dc37b10a4f43" /><Relationship Type="http://schemas.openxmlformats.org/officeDocument/2006/relationships/image" Target="/ppt/media/image23.jpeg" Id="R6a61d9fc87634695" /><Relationship Type="http://schemas.openxmlformats.org/officeDocument/2006/relationships/image" Target="/ppt/media/image24.jpeg" Id="Reb8bdf3b2a9c4f8e" /><Relationship Type="http://schemas.openxmlformats.org/officeDocument/2006/relationships/notesSlide" Target="/ppt/notesSlides/notesSlide5.xml" Id="R330694f973674f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D1CBC1-E247-4F75-A139-A9DDEDA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C8A54-F1BC-4625-8027-056A0A72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6DABE-3EE7-4825-A00C-EC96A68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First Contact — From Signal to Connection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91C6A-68FB-4926-BB6B-FB29DE7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The user experiences the crisis first, then builds a connection through choices and free-text communication.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5D29E-7A7C-4ADB-9C2A-86B15AB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01/05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88401-D99F-4391-A73A-71585524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C66DF-61D9-4E07-A45D-C7D2A29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2C60C-5F2F-4889-A556-6B6200F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Continue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7A4FA-E280-4376-BED7-1AABBD2A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9A003-CB4A-40EA-930E-39DE7B0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Select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8ED36-E5E1-450D-9DC4-D451DB41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4452C-A7A2-4204-AB6E-7AE702C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Confirm &amp; 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4C846-2E1E-4CD4-A194-B0EB9A2E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A7796-4D4B-4F60-B3DD-55FF5A5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Choose Rescue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B186D-034F-4624-9DB7-DB7F3BB8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8E7C6-41F1-41F7-A6B5-B591B4C5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Seventeenth Second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4cb7ecc8f4899"/>
          <a:stretch xmlns:a="http://schemas.openxmlformats.org/drawingml/2006/main"/>
        </p:blipFill>
        <p:spPr>
          <a:xfrm xmlns:a="http://schemas.openxmlformats.org/drawingml/2006/main" flipH="0" flipV="0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A3C89-E115-4689-A5D7-3A783E6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system introduces the observatory incident and its central mystery.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0E40C-78E6-4966-AE09-1264981D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0DBFA-5829-4EA7-AFF3-8B2C978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Five Distress Signals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7da48a7ba4502"/>
          <a:stretch xmlns:a="http://schemas.openxmlformats.org/drawingml/2006/main"/>
        </p:blipFill>
        <p:spPr>
          <a:xfrm xmlns:a="http://schemas.openxmlformats.org/drawingml/2006/main" flipH="0" flipV="0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E031B-4475-4668-AA1D-0DE3164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Five people appear, each tied to a different form of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95BF3-0AE7-46EE-B4B8-E15FD2E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93B4A-3A7D-4633-9857-87582E3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Confirm Priority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8c384a71e4c0a"/>
          <a:stretch xmlns:a="http://schemas.openxmlformats.org/drawingml/2006/main"/>
        </p:blipFill>
        <p:spPr>
          <a:xfrm xmlns:a="http://schemas.openxmlformats.org/drawingml/2006/main" flipH="0" flipV="0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F629C-1DD8-4829-8547-89A1C93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Priority sets encounter order without closing any relationship 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E84BC-35C7-4497-BD82-5775BBC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6043F-95C7-4796-B83C-9272ABE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Choose a Rescue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465d9f9624fff"/>
          <a:stretch xmlns:a="http://schemas.openxmlformats.org/drawingml/2006/main"/>
        </p:blipFill>
        <p:spPr>
          <a:xfrm xmlns:a="http://schemas.openxmlformats.org/drawingml/2006/main" flipH="0" flipV="0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0A2C5-D3F8-4855-8250-85414F95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system records preferences around risk, consent, and collaboration.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2DA50-CE0A-43EA-8A61-678B44B5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46A09-B0CA-4C1C-A36B-F428CFC5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Establish Contact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767e976f74695"/>
          <a:stretch xmlns:a="http://schemas.openxmlformats.org/drawingml/2006/main"/>
        </p:blipFill>
        <p:spPr>
          <a:xfrm xmlns:a="http://schemas.openxmlformats.org/drawingml/2006/main" flipH="0" flipV="0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A22B9-65CD-48BA-9A5E-FE79F95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character answers the user's intent and opens the contact channel.</a:t>
            </a:r>
          </a:p>
        </p:txBody>
      </p:sp>
    </p:spTree>
    <p:extLst>
      <p:ext uri="{BB962C8B-B14F-4D97-AF65-F5344CB8AC3E}">
        <p14:creationId xmlns:p14="http://schemas.microsoft.com/office/powerpoint/2010/main" val="943662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2CB63F-E801-4FF0-AC23-7A5BA2C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48C7C-1B2B-4E98-AEF6-4029C89F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48A6-F670-45FE-91D7-201EBE59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Main Story — From Observatory to World 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17E50-9F4D-4C56-93D4-C0E40B0B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Evidence, shared decisions, Weaver continuation, and recoverable branches form one continuous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952F6-13BC-45F3-8928-18CE322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02/05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91FF5-E3EA-4F68-86A5-47B6399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704CD-317E-4FC4-890F-23704084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46929-3E08-4FA6-9773-9E78F832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Open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AB954-5C77-4236-8A52-4F22F8B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B48C3-6692-4FA5-8110-6A7080EF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Follow Xu Cheng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762F3-AFAB-488B-A813-C8A5F32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84C85-5893-4910-89ED-0E67426A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Confirm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2385C-2DD6-499C-BBE9-79CD7E4E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03CBB-5960-4D1A-987E-B6B3FCF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Open 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6FE-4307-4CAE-A602-EB415D6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37E9E-7005-4F5E-9C30-A401C31F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Review Current Task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ddbcb013342b8"/>
          <a:stretch xmlns:a="http://schemas.openxmlformats.org/drawingml/2006/main"/>
        </p:blipFill>
        <p:spPr>
          <a:xfrm xmlns:a="http://schemas.openxmlformats.org/drawingml/2006/main" flipH="0" flipV="0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A50F9-55CE-45F6-A58A-2F397ED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home screen brings together people, evidence, EchoLink, and story progress.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437FA-78DA-4A12-A9D1-5F539D04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D3EE5-B04E-4DDA-A407-8611E2A3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Confirm Outcome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eece07b8649bf"/>
          <a:stretch xmlns:a="http://schemas.openxmlformats.org/drawingml/2006/main"/>
        </p:blipFill>
        <p:spPr>
          <a:xfrm xmlns:a="http://schemas.openxmlformats.org/drawingml/2006/main" flipH="0" flipV="0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41A63-8B9A-4409-B6F6-D2D69A7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After five existence anchors are confirmed, Xu Cheng's echo is preserved.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9FD06-6538-40C0-A322-B1578B3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828F9-E9FB-42CF-97AC-FA909FA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Resolve Decision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23c5cf9d741a9"/>
          <a:stretch xmlns:a="http://schemas.openxmlformats.org/drawingml/2006/main"/>
        </p:blipFill>
        <p:spPr>
          <a:xfrm xmlns:a="http://schemas.openxmlformats.org/drawingml/2006/main" flipH="0" flipV="0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D8CB4-31B9-4773-940B-0D7565C3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choice changes the branch without deciding on a character's behalf.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B3A420-EE3C-467D-84F8-F8C81970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26B0F-9972-40FD-AF91-CAE14FF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Enter Weaver Arc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609e1e5c04b68"/>
          <a:stretch xmlns:a="http://schemas.openxmlformats.org/drawingml/2006/main"/>
        </p:blipFill>
        <p:spPr>
          <a:xfrm xmlns:a="http://schemas.openxmlformats.org/drawingml/2006/main" flipH="0" flipV="0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8B48C-CA2C-4DE4-87EB-8321A27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system unlocks the first Echo character and personal world.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E0B5B-FCFE-4182-B88B-AEE2BD8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11666C-CE39-455A-9D17-FEE51B63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Save World Branch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1dec69f244a74"/>
          <a:stretch xmlns:a="http://schemas.openxmlformats.org/drawingml/2006/main"/>
        </p:blipFill>
        <p:spPr>
          <a:xfrm xmlns:a="http://schemas.openxmlformats.org/drawingml/2006/main" flipH="0" flipV="0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C41417-693B-422F-9683-AC279701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outcome becomes a named, recoverable branch node.</a:t>
            </a:r>
          </a:p>
        </p:txBody>
      </p:sp>
    </p:spTree>
    <p:extLst>
      <p:ext uri="{BB962C8B-B14F-4D97-AF65-F5344CB8AC3E}">
        <p14:creationId xmlns:p14="http://schemas.microsoft.com/office/powerpoint/2010/main" val="793778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CA8FA-64B5-4CC7-B826-626AE4C8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AF33F-BFF8-4B87-BD84-A3587B0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3F393-AF41-49EE-99F9-A65F7B3B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Relationship System — EchoLink and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3969F-59A0-4215-89E9-DE9E85B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Communication, relationship explanation, and memory control stay connected while preserving character boundaries and user agency.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3A483-861D-4D0C-ABD8-FC44461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03/05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EE2D2-9D1E-46B2-8091-DA0F25D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5C24-F984-4F8D-957A-4EB42E7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5599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2B539-3900-4729-AAC0-C01D5E9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1794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F696A"/>
                </a:solidFill>
              </a:defRPr>
            </a:pPr>
            <a:r>
              <a:rPr sz="1575" b="0">
                <a:solidFill>
                  <a:srgbClr val="6F696A"/>
                </a:solidFill>
              </a:rPr>
              <a:t>Open EchoLink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59453-C39A-444B-A721-060EE5E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05599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0A8BF-1EA5-493A-9037-8AB71EA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41794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F696A"/>
                </a:solidFill>
              </a:defRPr>
            </a:pPr>
            <a:r>
              <a:rPr sz="1575" b="0">
                <a:solidFill>
                  <a:srgbClr val="6F696A"/>
                </a:solidFill>
              </a:rPr>
              <a:t>Continue 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26A27-B3EB-4A08-A2EB-35E7BA4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05599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7CA89-8DD9-48A5-B1D6-E924B72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1794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F696A"/>
                </a:solidFill>
              </a:defRPr>
            </a:pPr>
            <a:r>
              <a:rPr sz="1575" b="0">
                <a:solidFill>
                  <a:srgbClr val="6F696A"/>
                </a:solidFill>
              </a:rPr>
              <a:t>Open Memories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8D3F8-810E-47E6-95C2-CCFC9F6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FBF62-4382-4021-BAA7-71E1A944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Open EchoLink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0c25c117249ea"/>
          <a:stretch xmlns:a="http://schemas.openxmlformats.org/drawingml/2006/main"/>
        </p:blipFill>
        <p:spPr>
          <a:xfrm xmlns:a="http://schemas.openxmlformats.org/drawingml/2006/main" flipH="0" flipV="0">
            <a:off x="19830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E0575-5D84-4EEA-B6A8-8B00BAC3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home screen shows asynchronous messages and unread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4942B-CAB1-40ED-A2A1-4E30F3A7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05A14-1327-4978-B532-05067250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Continue with Free Text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9fc091fd64918"/>
          <a:stretch xmlns:a="http://schemas.openxmlformats.org/drawingml/2006/main"/>
        </p:blipFill>
        <p:spPr>
          <a:xfrm xmlns:a="http://schemas.openxmlformats.org/drawingml/2006/main" flipH="0" flipV="0">
            <a:off x="59454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DA8D7-302B-4362-A212-D40544DF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character replies independently; silence and delayed replies remain valid.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B2A8D-E4A9-4267-88D5-EC6F928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066AE-A799-42C1-AF84-34257FC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Review the Bond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3d9c7f316447d"/>
          <a:stretch xmlns:a="http://schemas.openxmlformats.org/drawingml/2006/main"/>
        </p:blipFill>
        <p:spPr>
          <a:xfrm xmlns:a="http://schemas.openxmlformats.org/drawingml/2006/main" flipH="0" flipV="0">
            <a:off x="99078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CDA77-A59A-4C8A-A941-6470F1E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system explains change in natural language, not one affection score.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E5291-150D-4F2F-87AB-429B594F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5B8AF-B98F-4004-AB68-5DE8E44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Manage Memories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9b1aa51234f5d"/>
          <a:stretch xmlns:a="http://schemas.openxmlformats.org/drawingml/2006/main"/>
        </p:blipFill>
        <p:spPr>
          <a:xfrm xmlns:a="http://schemas.openxmlformats.org/drawingml/2006/main" flipH="0" flipV="0">
            <a:off x="138702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F4057-D82D-42D9-9069-5275A293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user can pin, edit, delete, add, or export memories.</a:t>
            </a:r>
          </a:p>
        </p:txBody>
      </p:sp>
    </p:spTree>
    <p:extLst>
      <p:ext uri="{BB962C8B-B14F-4D97-AF65-F5344CB8AC3E}">
        <p14:creationId xmlns:p14="http://schemas.microsoft.com/office/powerpoint/2010/main" val="396506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A9BFB6-0CC9-46E5-89D6-F8008EC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3718C-9E48-488A-AC31-6D15D50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A682C-96D2-4841-87D1-39CCEC7F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AI Shared Scene — Generate and Continue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08997-4BA0-4741-BF85-AD34F48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Free text stays available: AI creates an adjustable preview before the user enters and saves the scene.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6A9B9-E771-47AC-A869-168B4CE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04/05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7433-EE30-4833-9206-73B65030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25749-FFE0-48B2-B0FA-73D7FDA9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6CAB2-36F1-4039-B7B9-0809BCB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Open Shared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68CAE-39F0-4A8F-A959-05A8DC3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3E7A1-A77A-418A-964D-1EE64E5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Generate Scene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2B6A4-5C13-4300-AE07-80156369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D656D-7FFA-4754-AD9D-FA78240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Confirm &amp; 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34C7B-CA77-4D7C-B83B-C33BE7B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954BA-3A30-4F0F-8666-7B1E7B8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Continue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ED55D-0FB5-4965-8750-F403B77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CB117-5F7A-45DF-8BB4-183E1C1F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Open Shared Scene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11cd19eb94cfd"/>
          <a:stretch xmlns:a="http://schemas.openxmlformats.org/drawingml/2006/main"/>
        </p:blipFill>
        <p:spPr>
          <a:xfrm xmlns:a="http://schemas.openxmlformats.org/drawingml/2006/main" flipH="0" flipV="0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93405-0C48-421C-B951-5726E32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World page provides the current location and scene-generation entry point.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AF209-7221-49A6-99C1-4CE21BB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27354-2C5C-486F-B089-C3143AC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Describe the Experience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cb75a7e994aa1"/>
          <a:stretch xmlns:a="http://schemas.openxmlformats.org/drawingml/2006/main"/>
        </p:blipFill>
        <p:spPr>
          <a:xfrm xmlns:a="http://schemas.openxmlformats.org/drawingml/2006/main" flipH="0" flipV="0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CDB21-BD54-4A4F-8F5E-D26202B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user specifies location, atmosphere, and interaction boundaries.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33B89-F14D-4C95-B4B1-B0010F0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5A13E-4DBC-4398-9478-AF17B08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Review AI Preview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2955dfddd4e48"/>
          <a:stretch xmlns:a="http://schemas.openxmlformats.org/drawingml/2006/main"/>
        </p:blipFill>
        <p:spPr>
          <a:xfrm xmlns:a="http://schemas.openxmlformats.org/drawingml/2006/main" flipH="0" flipV="0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EEE0D-AA61-4F4B-8CDC-72BE9EB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system explains its interpretation and supports natural-language revision.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5D789-BB5B-4CD9-B9E2-9A3D61D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016F5-9BC9-4EAD-B44A-18FE9D6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Confirm and Enter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7938cc2e844c4"/>
          <a:stretch xmlns:a="http://schemas.openxmlformats.org/drawingml/2006/main"/>
        </p:blipFill>
        <p:spPr>
          <a:xfrm xmlns:a="http://schemas.openxmlformats.org/drawingml/2006/main" flipH="0" flipV="0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8B693-7BC1-4739-A451-203B956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character opens consistently and references existing memory.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F1E2C-4610-46F8-B249-EA52211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45DE5-5AE8-4844-B35E-472C32B4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Continue and Save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ae7a3a12646bc"/>
          <a:stretch xmlns:a="http://schemas.openxmlformats.org/drawingml/2006/main"/>
        </p:blipFill>
        <p:spPr>
          <a:xfrm xmlns:a="http://schemas.openxmlformats.org/drawingml/2006/main" flipH="0" flipV="0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624D0-94C9-4FAF-B268-2AF10FDD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user continues with free text, then saves to an Extra or the main timeline.</a:t>
            </a:r>
          </a:p>
        </p:txBody>
      </p:sp>
    </p:spTree>
    <p:extLst>
      <p:ext uri="{BB962C8B-B14F-4D97-AF65-F5344CB8AC3E}">
        <p14:creationId xmlns:p14="http://schemas.microsoft.com/office/powerpoint/2010/main" val="1341600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52571A-D439-4A45-A56F-592124D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49899-9F8F-47EC-8443-46742C49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91D52-781A-410A-83AE-42A9D855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Weaver Workshop — Character and 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B70F4-1CC7-45BC-893D-E023B70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Creation maintains identity, desire, memory, boundaries, and world rules—without guaranteeing romance.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CA112-9526-4322-A50A-9D5AAC4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05/05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9DE88-B20D-409D-9478-2BE36E0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0E29A-EA4A-4CE6-8B3F-060AB60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2416D-B5DD-40F9-9F2B-16AB51D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Open Workshop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075F7-B79D-4E55-BA2B-77A2BF7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3D099-35A0-4913-9D09-2927733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Enter Workshop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60F7-E194-4578-9453-F9278A6D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C5E2E-89DE-47F0-88E8-61EFB03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Edit Character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A92A8-A61F-4C08-B47F-118175C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85A4A-42CA-4E9F-A462-A6FADB28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Continue to World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72930-1C8C-4B08-9EB3-063811F4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C14E6-EE50-461C-8629-1D50D228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Open Weaver Entry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50a1879904bc0"/>
          <a:stretch xmlns:a="http://schemas.openxmlformats.org/drawingml/2006/main"/>
        </p:blipFill>
        <p:spPr>
          <a:xfrm xmlns:a="http://schemas.openxmlformats.org/drawingml/2006/main" flipH="0" flipV="0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51D20-FD58-4F67-8C8D-DDC2F26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World page shows the Weaver arc or the unlocked workshop.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BA351-8460-4FA3-BE33-1381762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61FD9-46F1-4EAC-8E77-C60D6470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Confirm Access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e473d1ff44c9e"/>
          <a:stretch xmlns:a="http://schemas.openxmlformats.org/drawingml/2006/main"/>
        </p:blipFill>
        <p:spPr>
          <a:xfrm xmlns:a="http://schemas.openxmlformats.org/drawingml/2006/main" flipH="0" flipV="0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493C8-B853-4F0D-8CF8-6D9D93E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system explains the created character, world, and long-term responsibility.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2DCE9-E123-44BB-AA45-2AA718C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E6137-CA0F-4D64-9AC9-65DFE29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Review Existing Work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4dc37b10a4f43"/>
          <a:stretch xmlns:a="http://schemas.openxmlformats.org/drawingml/2006/main"/>
        </p:blipFill>
        <p:spPr>
          <a:xfrm xmlns:a="http://schemas.openxmlformats.org/drawingml/2006/main" flipH="0" flipV="0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D7D32-12BF-451E-AC64-AA552CA5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Drafts and edits do not consume quota; created content does not reset.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C7ADF-1237-478C-8890-5F77E392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E1E9C-BF79-4167-AE5E-69DBCFA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Define a Character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1d9fc87634695"/>
          <a:stretch xmlns:a="http://schemas.openxmlformats.org/drawingml/2006/main"/>
        </p:blipFill>
        <p:spPr>
          <a:xfrm xmlns:a="http://schemas.openxmlformats.org/drawingml/2006/main" flipH="0" flipV="0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A03F8-AE43-485D-A126-723229DF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user sets identity, conflict, core memory, and relationship boundaries.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9009AB-3D88-4EF3-9C75-2CAF732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A33AC-509A-4F28-A2E1-4DEED94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Define World Rules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bdf3b2a9c4f8e"/>
          <a:stretch xmlns:a="http://schemas.openxmlformats.org/drawingml/2006/main"/>
        </p:blipFill>
        <p:spPr>
          <a:xfrm xmlns:a="http://schemas.openxmlformats.org/drawingml/2006/main" flipH="0" flipV="0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ADBAA-7C91-4E8A-AE95-CDC498C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The user sets rules, role, conflict, and character-continuity mode.</a:t>
            </a:r>
          </a:p>
        </p:txBody>
      </p:sp>
    </p:spTree>
    <p:extLst>
      <p:ext uri="{BB962C8B-B14F-4D97-AF65-F5344CB8AC3E}">
        <p14:creationId xmlns:p14="http://schemas.microsoft.com/office/powerpoint/2010/main" val="1707801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2026-08-06T02:58:52.3370000Z</dcterms:created>
  <dcterms:modified xsi:type="dcterms:W3CDTF">2026-08-06T02:58:52.3370000Z</dcterms:modified>
</coreProperties>
</file>