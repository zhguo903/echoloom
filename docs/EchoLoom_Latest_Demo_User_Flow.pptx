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fa6c5ab6e14508" /><Relationship Type="http://schemas.openxmlformats.org/officeDocument/2006/relationships/extended-properties" Target="/docProps/app.xml" Id="Rf885ab7c9bad4dba" /><Relationship Type="http://schemas.openxmlformats.org/officeDocument/2006/relationships/officeDocument" Target="/ppt/presentation.xml" Id="R4891a8f7384746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e5945abbd94f08"/>
  </p:sldMasterIdLst>
  <p:notesMasterIdLst>
    <p:notesMasterId xmlns:r="http://schemas.openxmlformats.org/officeDocument/2006/relationships" r:id="R02f4ef71b7734ec0"/>
  </p:notesMasterIdLst>
  <p:sldIdLst>
    <p:sldId xmlns:r="http://schemas.openxmlformats.org/officeDocument/2006/relationships" id="256" r:id="R51662c0908604137"/>
    <p:sldId xmlns:r="http://schemas.openxmlformats.org/officeDocument/2006/relationships" id="257" r:id="R103878198dc54633"/>
    <p:sldId xmlns:r="http://schemas.openxmlformats.org/officeDocument/2006/relationships" id="258" r:id="R74557575f1fa4b34"/>
    <p:sldId xmlns:r="http://schemas.openxmlformats.org/officeDocument/2006/relationships" id="259" r:id="R2d347cfc809b4b5d"/>
    <p:sldId xmlns:r="http://schemas.openxmlformats.org/officeDocument/2006/relationships" id="260" r:id="R30238e1ece3248a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47cbb6730548e0" /><Relationship Type="http://schemas.openxmlformats.org/officeDocument/2006/relationships/slideMaster" Target="/ppt/slideMasters/slideMaster1.xml" Id="R7ae5945abbd94f08" /><Relationship Type="http://schemas.openxmlformats.org/officeDocument/2006/relationships/notesMaster" Target="/ppt/notesMasters/notesMaster1.xml" Id="R02f4ef71b7734ec0" /><Relationship Type="http://schemas.openxmlformats.org/officeDocument/2006/relationships/presProps" Target="/ppt/presProps.xml" Id="R5154da12554c4c47" /><Relationship Type="http://schemas.openxmlformats.org/officeDocument/2006/relationships/tableStyles" Target="/ppt/tableStyles.xml" Id="R31e3de16eea74d53" /><Relationship Type="http://schemas.openxmlformats.org/officeDocument/2006/relationships/slide" Target="/ppt/slides/slide1.xml" Id="R51662c0908604137" /><Relationship Type="http://schemas.openxmlformats.org/officeDocument/2006/relationships/slide" Target="/ppt/slides/slide2.xml" Id="R103878198dc54633" /><Relationship Type="http://schemas.openxmlformats.org/officeDocument/2006/relationships/slide" Target="/ppt/slides/slide3.xml" Id="R74557575f1fa4b34" /><Relationship Type="http://schemas.openxmlformats.org/officeDocument/2006/relationships/slide" Target="/ppt/slides/slide4.xml" Id="R2d347cfc809b4b5d" /><Relationship Type="http://schemas.openxmlformats.org/officeDocument/2006/relationships/slide" Target="/ppt/slides/slide5.xml" Id="R30238e1ece32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e830c6f930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990061538a4ea9" /><Relationship Type="http://schemas.openxmlformats.org/officeDocument/2006/relationships/notesMaster" Target="/ppt/notesMasters/notesMaster1.xml" Id="R6f7cab364c2c49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60a9c0d9134a59" /><Relationship Type="http://schemas.openxmlformats.org/officeDocument/2006/relationships/notesMaster" Target="/ppt/notesMasters/notesMaster1.xml" Id="Re3030a95aa1a4e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13e3f52f714666" /><Relationship Type="http://schemas.openxmlformats.org/officeDocument/2006/relationships/notesMaster" Target="/ppt/notesMasters/notesMaster1.xml" Id="R476ac836e3c94b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2620f77d624df7" /><Relationship Type="http://schemas.openxmlformats.org/officeDocument/2006/relationships/notesMaster" Target="/ppt/notesMasters/notesMaster1.xml" Id="R2b73e3f7f5784e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412fe25030414a" /><Relationship Type="http://schemas.openxmlformats.org/officeDocument/2006/relationships/notesMaster" Target="/ppt/notesMasters/notesMaster1.xml" Id="R1eda8f3bafb1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EchoLoom local interactive demo at http://127.0.0.1:5173, captured from the current repository build on 2026-08-05.</a:t>
            </a:r>
          </a:p>
          <a:p xmlns:a="http://schemas.openxmlformats.org/drawingml/2006/main">
            <a:r>
              <a:t>- Interface terminology and action paths verified against app/app.js and the current desktop demo navigator.</a:t>
            </a:r>
          </a:p>
          <a:p xmlns:a="http://schemas.openxmlformats.org/drawingml/2006/main">
            <a:r>
              <a:t>- Visual composition follows the user-supplied walkthrough-slide screenshot; no external product assets or claims were added.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03d13d0ec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561d82d2b84d62" /><Relationship Type="http://schemas.openxmlformats.org/officeDocument/2006/relationships/slideLayout" Target="/ppt/slideLayouts/slideLayout1.xml" Id="Ra4ac7ef9176c42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ac7ef9176c42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962dec7644aad" /><Relationship Type="http://schemas.openxmlformats.org/officeDocument/2006/relationships/image" Target="/ppt/media/image.jpeg" Id="R298a3d85f4594ee3" /><Relationship Type="http://schemas.openxmlformats.org/officeDocument/2006/relationships/image" Target="/ppt/media/image2.jpeg" Id="R065dd58515e94034" /><Relationship Type="http://schemas.openxmlformats.org/officeDocument/2006/relationships/image" Target="/ppt/media/image3.jpeg" Id="Rb98f296329ea4bca" /><Relationship Type="http://schemas.openxmlformats.org/officeDocument/2006/relationships/image" Target="/ppt/media/image4.jpeg" Id="R21e20bc07aa64a83" /><Relationship Type="http://schemas.openxmlformats.org/officeDocument/2006/relationships/image" Target="/ppt/media/image5.jpeg" Id="Rc2854858b22542c2" /><Relationship Type="http://schemas.openxmlformats.org/officeDocument/2006/relationships/notesSlide" Target="/ppt/notesSlides/notesSlide1.xml" Id="Rfd5f8485206f4a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b5e57e12941d2" /><Relationship Type="http://schemas.openxmlformats.org/officeDocument/2006/relationships/image" Target="/ppt/media/image6.jpeg" Id="R4f4f9d3855f14eb6" /><Relationship Type="http://schemas.openxmlformats.org/officeDocument/2006/relationships/image" Target="/ppt/media/image7.jpeg" Id="R0729edaf94a74cf8" /><Relationship Type="http://schemas.openxmlformats.org/officeDocument/2006/relationships/image" Target="/ppt/media/image8.jpeg" Id="R3b2f886a99ba4495" /><Relationship Type="http://schemas.openxmlformats.org/officeDocument/2006/relationships/image" Target="/ppt/media/image9.jpeg" Id="R0396e86caade4d50" /><Relationship Type="http://schemas.openxmlformats.org/officeDocument/2006/relationships/image" Target="/ppt/media/image10.jpeg" Id="R7686731e76d04d57" /><Relationship Type="http://schemas.openxmlformats.org/officeDocument/2006/relationships/notesSlide" Target="/ppt/notesSlides/notesSlide2.xml" Id="R1dfbc4aae24e47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018cb8a894e38" /><Relationship Type="http://schemas.openxmlformats.org/officeDocument/2006/relationships/image" Target="/ppt/media/image11.jpeg" Id="R64768ea49355403e" /><Relationship Type="http://schemas.openxmlformats.org/officeDocument/2006/relationships/image" Target="/ppt/media/image12.jpeg" Id="R4d422acd97a3420d" /><Relationship Type="http://schemas.openxmlformats.org/officeDocument/2006/relationships/image" Target="/ppt/media/image13.jpeg" Id="Reb9d14744b2b4863" /><Relationship Type="http://schemas.openxmlformats.org/officeDocument/2006/relationships/image" Target="/ppt/media/image14.jpeg" Id="R21376a173ccb4c90" /><Relationship Type="http://schemas.openxmlformats.org/officeDocument/2006/relationships/notesSlide" Target="/ppt/notesSlides/notesSlide3.xml" Id="R785f48b25dde49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8274773824f1c" /><Relationship Type="http://schemas.openxmlformats.org/officeDocument/2006/relationships/image" Target="/ppt/media/image15.jpeg" Id="R536ace70f5864162" /><Relationship Type="http://schemas.openxmlformats.org/officeDocument/2006/relationships/image" Target="/ppt/media/image16.jpeg" Id="R0b81254ed9094488" /><Relationship Type="http://schemas.openxmlformats.org/officeDocument/2006/relationships/image" Target="/ppt/media/image17.jpeg" Id="R62ee57971aed4202" /><Relationship Type="http://schemas.openxmlformats.org/officeDocument/2006/relationships/image" Target="/ppt/media/image18.jpeg" Id="Re2ed80f8aad64fee" /><Relationship Type="http://schemas.openxmlformats.org/officeDocument/2006/relationships/image" Target="/ppt/media/image19.jpeg" Id="R7b6e043570da48f4" /><Relationship Type="http://schemas.openxmlformats.org/officeDocument/2006/relationships/notesSlide" Target="/ppt/notesSlides/notesSlide4.xml" Id="Re76e0392ccd740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a743a23c242e7" /><Relationship Type="http://schemas.openxmlformats.org/officeDocument/2006/relationships/image" Target="/ppt/media/image20.jpeg" Id="Rb5c22dbc4ee649ca" /><Relationship Type="http://schemas.openxmlformats.org/officeDocument/2006/relationships/image" Target="/ppt/media/image21.jpeg" Id="Rcd81a46a45934cdb" /><Relationship Type="http://schemas.openxmlformats.org/officeDocument/2006/relationships/image" Target="/ppt/media/image22.jpeg" Id="Rd4718dfa458b4b0d" /><Relationship Type="http://schemas.openxmlformats.org/officeDocument/2006/relationships/image" Target="/ppt/media/image23.jpeg" Id="Re57b6b0c41ca43b3" /><Relationship Type="http://schemas.openxmlformats.org/officeDocument/2006/relationships/image" Target="/ppt/media/image24.jpeg" Id="R26d004a06b114b6c" /><Relationship Type="http://schemas.openxmlformats.org/officeDocument/2006/relationships/notesSlide" Target="/ppt/notesSlides/notesSlide5.xml" Id="R2d98ad90393c41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D1CBC1-E247-4F75-A139-A9DDEDA4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C8A54-F1BC-4625-8027-056A0A72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6DABE-3EE7-4825-A00C-EC96A68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初次相遇 — 从异常信号到建立联系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91C6A-68FB-4926-BB6B-FB29DE7A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用户先经历故事危机，再通过选择与自由文本建立第一次真实联系。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5D29E-7A7C-4ADB-9C2A-86B15AB0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01/05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88401-D99F-4391-A73A-71585524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C66DF-61D9-4E07-A45D-C7D2A29E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2C60C-5F2F-4889-A556-6B6200FB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继续序章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7A4FA-E280-4376-BED7-1AABBD2A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9A003-CB4A-40EA-930E-39DE7B08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选择一处信号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8ED36-E5E1-450D-9DC4-D451DB41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4452C-A7A2-4204-AB6E-7AE702C8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确认并开始救援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4C846-2E1E-4CD4-A194-B0EB9A2E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2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A7796-4D4B-4F60-B3DD-55FF5A50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选择救援方式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B186D-034F-4624-9DB7-DB7F3BB8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8E7C6-41F1-41F7-A6B5-B591B4C5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17 秒序章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a3d85f4594ee3"/>
          <a:stretch xmlns:a="http://schemas.openxmlformats.org/drawingml/2006/main"/>
        </p:blipFill>
        <p:spPr>
          <a:xfrm xmlns:a="http://schemas.openxmlformats.org/drawingml/2006/main">
            <a:off x="13159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1A3C89-E115-4689-A5D7-3A783E6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系统呈现观测站校正事故与核心谜团。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0E40C-78E6-4966-AE09-1264981D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0DBFA-5829-4EA7-AFF3-8B2C978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五处信号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dd58515e94034"/>
          <a:stretch xmlns:a="http://schemas.openxmlformats.org/drawingml/2006/main"/>
        </p:blipFill>
        <p:spPr>
          <a:xfrm xmlns:a="http://schemas.openxmlformats.org/drawingml/2006/main">
            <a:off x="46687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E031B-4475-4668-AA1D-0DE3164F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系统同时展示五个人与五类独立证据。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095BF3-0AE7-46EE-B4B8-E15FD2E0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93B4A-3A7D-4633-9857-87582E38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确认优先响应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f296329ea4bca"/>
          <a:stretch xmlns:a="http://schemas.openxmlformats.org/drawingml/2006/main"/>
        </p:blipFill>
        <p:spPr>
          <a:xfrm xmlns:a="http://schemas.openxmlformats.org/drawingml/2006/main">
            <a:off x="80215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FF629C-1DD8-4829-8547-89A1C934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选择只决定相遇顺序，不关闭其他关系线。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E84BC-35C7-4497-BD82-5775BBCA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6043F-95C7-4796-B83C-9272ABE6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作出救援决定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20bc07aa64a83"/>
          <a:stretch xmlns:a="http://schemas.openxmlformats.org/drawingml/2006/main"/>
        </p:blipFill>
        <p:spPr>
          <a:xfrm xmlns:a="http://schemas.openxmlformats.org/drawingml/2006/main">
            <a:off x="113743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0A2C5-D3F8-4855-8250-85414F95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系统记录用户的风险、同意与协作倾向。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92DA50-CE0A-43EA-8A61-678B44B5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246A09-B0CA-4C1C-A36B-F428CFC5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建立第一次联系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54858b22542c2"/>
          <a:stretch xmlns:a="http://schemas.openxmlformats.org/drawingml/2006/main"/>
        </p:blipFill>
        <p:spPr>
          <a:xfrm xmlns:a="http://schemas.openxmlformats.org/drawingml/2006/main">
            <a:off x="147271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A22B9-65CD-48BA-9A5E-FE79F95E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角色回应用户意图，联系通道正式建立。</a:t>
            </a:r>
          </a:p>
        </p:txBody>
      </p:sp>
    </p:spTree>
    <p:extLst>
      <p:ext uri="{BB962C8B-B14F-4D97-AF65-F5344CB8AC3E}">
        <p14:creationId xmlns:p14="http://schemas.microsoft.com/office/powerpoint/2010/main" val="943662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2CB63F-E801-4FF0-AC23-7A5BA2C3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48C7C-1B2B-4E98-AEF6-4029C89F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F48A6-F670-45FE-91D7-201EBE59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主线调查 — 从观测站任务到独立世界分支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17E50-9F4D-4C56-93D4-C0E40B0B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当前版本把存在证据、共同决定、织界延续与可回溯分支连接成同一条主线。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952F6-13BC-45F3-8928-18CE3221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02/05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91FF5-E3EA-4F68-86A5-47B63994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704CD-317E-4FC4-890F-23704084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46929-3E08-4FA6-9773-9E78F832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打开当前任务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AB954-5C77-4236-8A52-4F22F8BD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B48C3-6692-4FA5-8110-6A7080EF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跟随许澄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762F3-AFAB-488B-A813-C8A5F329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84C85-5893-4910-89ED-0E67426A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确认共同决定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2385C-2DD6-499C-BBE9-79CD7E4E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2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03CBB-5960-4D1A-987E-B6B3FCF3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打开分支档案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6A6FE-4307-4CAE-A602-EB415D6D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37E9E-7005-4F5E-9C30-A401C31F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查看当前任务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f9d3855f14eb6"/>
          <a:stretch xmlns:a="http://schemas.openxmlformats.org/drawingml/2006/main"/>
        </p:blipFill>
        <p:spPr>
          <a:xfrm xmlns:a="http://schemas.openxmlformats.org/drawingml/2006/main">
            <a:off x="13159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A50F9-55CE-45F6-A58A-2F397ED0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主页汇总人物、证据、EchoLink 与主线进度。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437FA-78DA-4A12-A9D1-5F539D04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D3EE5-B04E-4DDA-A407-8611E2A3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确认主线结果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9edaf94a74cf8"/>
          <a:stretch xmlns:a="http://schemas.openxmlformats.org/drawingml/2006/main"/>
        </p:blipFill>
        <p:spPr>
          <a:xfrm xmlns:a="http://schemas.openxmlformats.org/drawingml/2006/main">
            <a:off x="46687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41A63-8B9A-4409-B6F6-D2D69A73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五类存在锚点完成后，系统保留许澄的回声。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9FD06-6538-40C0-A322-B1578B3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B828F9-E9FB-42CF-97AC-FA909FA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处理共同决定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f886a99ba4495"/>
          <a:stretch xmlns:a="http://schemas.openxmlformats.org/drawingml/2006/main"/>
        </p:blipFill>
        <p:spPr>
          <a:xfrm xmlns:a="http://schemas.openxmlformats.org/drawingml/2006/main">
            <a:off x="80215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D8CB4-31B9-4773-940B-0D7565C3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用户选择影响当前分支，但不替角色决定意愿。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B3A420-EE3C-467D-84F8-F8C81970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726B0F-9972-40FD-AF91-CAE14FF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进入自由主线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6e86caade4d50"/>
          <a:stretch xmlns:a="http://schemas.openxmlformats.org/drawingml/2006/main"/>
        </p:blipFill>
        <p:spPr>
          <a:xfrm xmlns:a="http://schemas.openxmlformats.org/drawingml/2006/main">
            <a:off x="113743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D8B48C-CA2C-4DE4-87EB-8321A27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系统解锁第一位回声角色与个人世界。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DE0B5B-FCFE-4182-B88B-AEE2BD80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11666C-CE39-455A-9D17-FEE51B63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保存世界分支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6731e76d04d57"/>
          <a:stretch xmlns:a="http://schemas.openxmlformats.org/drawingml/2006/main"/>
        </p:blipFill>
        <p:spPr>
          <a:xfrm xmlns:a="http://schemas.openxmlformats.org/drawingml/2006/main">
            <a:off x="147271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C41417-693B-422F-9683-AC279701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结果被保存为可识别、可恢复的独立节点。</a:t>
            </a:r>
          </a:p>
        </p:txBody>
      </p:sp>
    </p:spTree>
    <p:extLst>
      <p:ext uri="{BB962C8B-B14F-4D97-AF65-F5344CB8AC3E}">
        <p14:creationId xmlns:p14="http://schemas.microsoft.com/office/powerpoint/2010/main" val="793778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DCA8FA-64B5-4CC7-B826-626AE4C8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AF33F-BFF8-4B87-BD84-A3587B04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3F393-AF41-49EE-99F9-A65F7B3B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关系基础设施 — EchoLink、关系观测与可控记忆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3969F-59A0-4215-89E9-DE9E85B2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沟通、关系解释和记忆管理彼此连接，同时保留角色边界与用户数据控制权。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3A483-861D-4D0C-ABD8-FC444610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03/05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EE2D2-9D1E-46B2-8091-DA0F25D1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85C24-F984-4F8D-957A-4EB42E72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5599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2B539-3900-4729-AAC0-C01D5E96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41794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F696A"/>
                </a:solidFill>
              </a:defRPr>
            </a:pPr>
            <a:r>
              <a:rPr sz="1575" b="0">
                <a:solidFill>
                  <a:srgbClr val="6F696A"/>
                </a:solidFill>
              </a:rPr>
              <a:t>点击 EchoLink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59453-C39A-444B-A721-060EE5EB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05599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0A8BF-1EA5-493A-9037-8AB71EAD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41794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F696A"/>
                </a:solidFill>
              </a:defRPr>
            </a:pPr>
            <a:r>
              <a:rPr sz="1575" b="0">
                <a:solidFill>
                  <a:srgbClr val="6F696A"/>
                </a:solidFill>
              </a:rPr>
              <a:t>继续聊天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26A27-B3EB-4A08-A2EB-35E7BA44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05599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7CA89-8DD9-48A5-B1D6-E924B725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417945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F696A"/>
                </a:solidFill>
              </a:defRPr>
            </a:pPr>
            <a:r>
              <a:rPr sz="1575" b="0">
                <a:solidFill>
                  <a:srgbClr val="6F696A"/>
                </a:solidFill>
              </a:rPr>
              <a:t>打开共同回忆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8D3F8-810E-47E6-95C2-CCFC9F6D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FBF62-4382-4021-BAA7-71E1A944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670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9282B"/>
                </a:solidFill>
              </a:defRPr>
            </a:pPr>
            <a:r>
              <a:rPr sz="1725" b="1">
                <a:solidFill>
                  <a:srgbClr val="29282B"/>
                </a:solidFill>
              </a:rPr>
              <a:t>打开 EchoLink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68ea49355403e"/>
          <a:stretch xmlns:a="http://schemas.openxmlformats.org/drawingml/2006/main"/>
        </p:blipFill>
        <p:spPr>
          <a:xfrm xmlns:a="http://schemas.openxmlformats.org/drawingml/2006/main">
            <a:off x="1983004" y="3638550"/>
            <a:ext cx="2434793" cy="5143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E0575-5D84-4EEA-B6A8-8B00BAC3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89154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主页显示异步讯息入口与未读状态。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4942B-CAB1-40ED-A2A1-4E30F3A7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05A14-1327-4978-B532-05067250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670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9282B"/>
                </a:solidFill>
              </a:defRPr>
            </a:pPr>
            <a:r>
              <a:rPr sz="1725" b="1">
                <a:solidFill>
                  <a:srgbClr val="29282B"/>
                </a:solidFill>
              </a:rPr>
              <a:t>继续自由文本讯息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22acd97a3420d"/>
          <a:stretch xmlns:a="http://schemas.openxmlformats.org/drawingml/2006/main"/>
        </p:blipFill>
        <p:spPr>
          <a:xfrm xmlns:a="http://schemas.openxmlformats.org/drawingml/2006/main">
            <a:off x="5945404" y="3638550"/>
            <a:ext cx="2434793" cy="5143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DA8D7-302B-4362-A212-D40544DF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89154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系统按角色立场回应，也允许沉默或稍后回复。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B2A8D-E4A9-4267-88D5-EC6F928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066AE-A799-42C1-AF84-34257FCB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670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9282B"/>
                </a:solidFill>
              </a:defRPr>
            </a:pPr>
            <a:r>
              <a:rPr sz="1725" b="1">
                <a:solidFill>
                  <a:srgbClr val="29282B"/>
                </a:solidFill>
              </a:rPr>
              <a:t>查看关系观测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d14744b2b4863"/>
          <a:stretch xmlns:a="http://schemas.openxmlformats.org/drawingml/2006/main"/>
        </p:blipFill>
        <p:spPr>
          <a:xfrm xmlns:a="http://schemas.openxmlformats.org/drawingml/2006/main">
            <a:off x="9907804" y="3638550"/>
            <a:ext cx="2434793" cy="51435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CDA77-A59A-4C8A-A941-6470F1E9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9154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系统用自然语言解释关系，而非单一好感分数。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6E5291-150D-4F2F-87AB-429B594F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5B8AF-B98F-4004-AB68-5DE8E44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28670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9282B"/>
                </a:solidFill>
              </a:defRPr>
            </a:pPr>
            <a:r>
              <a:rPr sz="1725" b="1">
                <a:solidFill>
                  <a:srgbClr val="29282B"/>
                </a:solidFill>
              </a:rPr>
              <a:t>管理类型化记忆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76a173ccb4c90"/>
          <a:stretch xmlns:a="http://schemas.openxmlformats.org/drawingml/2006/main"/>
        </p:blipFill>
        <p:spPr>
          <a:xfrm xmlns:a="http://schemas.openxmlformats.org/drawingml/2006/main">
            <a:off x="13870204" y="3638550"/>
            <a:ext cx="2434793" cy="51435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F4057-D82D-42D9-9069-5275A293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91540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用户可置顶、编辑、删除、添加或导出记忆。</a:t>
            </a:r>
          </a:p>
        </p:txBody>
      </p:sp>
    </p:spTree>
    <p:extLst>
      <p:ext uri="{BB962C8B-B14F-4D97-AF65-F5344CB8AC3E}">
        <p14:creationId xmlns:p14="http://schemas.microsoft.com/office/powerpoint/2010/main" val="396506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A9BFB6-0CC9-46E5-89D6-F8008EC8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3718C-9E48-488A-AC31-6D15D50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A682C-96D2-4841-87D1-39CCEC7F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AI 共同场景 — 描述、生成、进入与继续对话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08997-4BA0-4741-BF85-AD34F48B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自由文本始终可用；AI 先生成可调整预览，再让用户进入场景并决定如何保存。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6A9B9-E771-47AC-A869-168B4CE0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04/05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D7433-EE30-4833-9206-73B65030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25749-FFE0-48B2-B0FA-73D7FDA9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6CAB2-36F1-4039-B7B9-0809BCB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点击“共同场景”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68CAE-39F0-4A8F-A959-05A8DC3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3E7A1-A77A-418A-964D-1EE64E50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点击生成场景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2B6A4-5C13-4300-AE07-80156369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D656D-7FFA-4754-AD9D-FA78240F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确认并开始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34C7B-CA77-4D7C-B83B-C33BE7BD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2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954BA-3A30-4F0F-8666-7B1E7B8E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继续对话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ED55D-0FB5-4965-8750-F403B770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CB117-5F7A-45DF-8BB4-183E1C1F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进入共同场景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ace70f5864162"/>
          <a:stretch xmlns:a="http://schemas.openxmlformats.org/drawingml/2006/main"/>
        </p:blipFill>
        <p:spPr>
          <a:xfrm xmlns:a="http://schemas.openxmlformats.org/drawingml/2006/main">
            <a:off x="13159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93405-0C48-421C-B951-5726E328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世界页提供当前地点与场景生成入口。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AF209-7221-49A6-99C1-4CE21BB2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27354-2C5C-486F-B089-C3143AC4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描述想经历的场景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1254ed9094488"/>
          <a:stretch xmlns:a="http://schemas.openxmlformats.org/drawingml/2006/main"/>
        </p:blipFill>
        <p:spPr>
          <a:xfrm xmlns:a="http://schemas.openxmlformats.org/drawingml/2006/main">
            <a:off x="46687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CDB21-BD54-4A4F-8F5E-D26202B6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用户输入地点、氛围和互动边界。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33B89-F14D-4C95-B4B1-B0010F08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5A13E-4DBC-4398-9478-AF17B08D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检查 AI 场景预览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e57971aed4202"/>
          <a:stretch xmlns:a="http://schemas.openxmlformats.org/drawingml/2006/main"/>
        </p:blipFill>
        <p:spPr>
          <a:xfrm xmlns:a="http://schemas.openxmlformats.org/drawingml/2006/main">
            <a:off x="80215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EEE0D-AA61-4F4B-8CDC-72BE9EB4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系统解释理解结果，并允许自然语言调整。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5D789-BB5B-4CD9-B9E2-9A3D61D2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016F5-9BC9-4EAD-B44A-18FE9D6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确认并进入场景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d80f8aad64fee"/>
          <a:stretch xmlns:a="http://schemas.openxmlformats.org/drawingml/2006/main"/>
        </p:blipFill>
        <p:spPr>
          <a:xfrm xmlns:a="http://schemas.openxmlformats.org/drawingml/2006/main">
            <a:off x="113743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F8B693-7BC1-4739-A451-203B9566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角色引用既有记忆，以稳定人格开启互动。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DF1E2C-4610-46F8-B249-EA52211A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45DE5-5AE8-4844-B35E-472C32B4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继续对话并保存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e043570da48f4"/>
          <a:stretch xmlns:a="http://schemas.openxmlformats.org/drawingml/2006/main"/>
        </p:blipFill>
        <p:spPr>
          <a:xfrm xmlns:a="http://schemas.openxmlformats.org/drawingml/2006/main">
            <a:off x="147271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7624D0-94C9-4FAF-B268-2AF10FDD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用户可继续自由输入，再保存为番外或主时间线。</a:t>
            </a:r>
          </a:p>
        </p:txBody>
      </p:sp>
    </p:spTree>
    <p:extLst>
      <p:ext uri="{BB962C8B-B14F-4D97-AF65-F5344CB8AC3E}">
        <p14:creationId xmlns:p14="http://schemas.microsoft.com/office/powerpoint/2010/main" val="1341600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52571A-D439-4A45-A56F-592124DD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8059400" cy="1005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7BB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49899-9F8F-47EC-8443-46742C49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7076"/>
                </a:solidFill>
              </a:defRPr>
            </a:pPr>
            <a:r>
              <a:rPr sz="1650" b="1">
                <a:solidFill>
                  <a:srgbClr val="C97076"/>
                </a:solidFill>
              </a:rPr>
              <a:t>WALKTHROUGH ·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91D52-781A-410A-83AE-42A9D855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876300"/>
            <a:ext cx="1343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65458B"/>
                </a:solidFill>
              </a:defRPr>
            </a:pPr>
            <a:r>
              <a:rPr sz="4350" b="1">
                <a:solidFill>
                  <a:srgbClr val="65458B"/>
                </a:solidFill>
              </a:rPr>
              <a:t>织界工坊 — 从解锁权限到创建角色与世界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B70F4-1CC7-45BC-893D-E023B70F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57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82B"/>
                </a:solidFill>
              </a:defRPr>
            </a:pPr>
            <a:r>
              <a:rPr sz="2025" b="1">
                <a:solidFill>
                  <a:srgbClr val="29282B"/>
                </a:solidFill>
              </a:rPr>
              <a:t>创生流程要求身份、愿望、记忆、边界与世界规则连续，不预设角色必然爱上用户。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CA112-9526-4322-A50A-9D5AAC4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6869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EchoLoom · Latest Demo · 05/05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9DE88-B20D-409D-9478-2BE36E0A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16230600" cy="689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9525">
            <a:solidFill>
              <a:srgbClr val="E5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0E29A-EA4A-4CE6-8B3F-060AB60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2416D-B5DD-40F9-9F2B-16AB51DB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点击织界工坊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075F7-B79D-4E55-BA2B-77A2BF7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3D099-35A0-4913-9D09-2927733F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进入织界工坊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B60F7-E194-4578-9453-F9278A6D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C5E2E-89DE-47F0-88E8-61EFB036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编辑角色设定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A92A8-A61F-4C08-B47F-118175C2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1263" y="5953125"/>
            <a:ext cx="533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7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685A4A-42CA-4E9F-A462-A6FADB28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6315075"/>
            <a:ext cx="10572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F696A"/>
                </a:solidFill>
              </a:defRPr>
            </a:pPr>
            <a:r>
              <a:rPr sz="1350" b="0">
                <a:solidFill>
                  <a:srgbClr val="6F696A"/>
                </a:solidFill>
              </a:rPr>
              <a:t>继续编辑世界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72930-1C8C-4B08-9EB3-063811F4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C14E6-EE50-461C-8629-1D50D228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打开织界入口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22dbc4ee649ca"/>
          <a:stretch xmlns:a="http://schemas.openxmlformats.org/drawingml/2006/main"/>
        </p:blipFill>
        <p:spPr>
          <a:xfrm xmlns:a="http://schemas.openxmlformats.org/drawingml/2006/main">
            <a:off x="13159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51D20-FD58-4F67-8C8D-DDC2F26D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世界页展示 Weaver 主线或已解锁工坊。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BA351-8460-4FA3-BE33-1381762D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61FD9-46F1-4EAC-8E77-C60D6470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确认织界权限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1a46a45934cdb"/>
          <a:stretch xmlns:a="http://schemas.openxmlformats.org/drawingml/2006/main"/>
        </p:blipFill>
        <p:spPr>
          <a:xfrm xmlns:a="http://schemas.openxmlformats.org/drawingml/2006/main">
            <a:off x="46687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493C8-B853-4F0D-8CF8-6D9D93EE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系统说明已建立角色、世界与长期责任。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2DCE9-E123-44BB-AA45-2AA718C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E6137-CA0F-4D64-9AC9-65DFE29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查看额度与已有内容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18dfa458b4b0d"/>
          <a:stretch xmlns:a="http://schemas.openxmlformats.org/drawingml/2006/main"/>
        </p:blipFill>
        <p:spPr>
          <a:xfrm xmlns:a="http://schemas.openxmlformats.org/drawingml/2006/main">
            <a:off x="80215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0D7D32-12BF-451E-AC64-AA552CA5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草稿和编辑不耗额度，已创建内容不会被重置。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C7ADF-1237-478C-8890-5F77E392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7E1E9C-BF79-4167-AE5E-69DBCFA7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定义独立角色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b6b0c41ca43b3"/>
          <a:stretch xmlns:a="http://schemas.openxmlformats.org/drawingml/2006/main"/>
        </p:blipFill>
        <p:spPr>
          <a:xfrm xmlns:a="http://schemas.openxmlformats.org/drawingml/2006/main">
            <a:off x="113743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A03F8-AE43-485D-A126-723229DF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用户填写身份、矛盾、核心记忆与关系边界。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9009AB-3D88-4EF3-9C75-2CAF732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905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8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A33AC-509A-4F28-A2E1-4DEED946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2867025"/>
            <a:ext cx="1838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9282B"/>
                </a:solidFill>
              </a:defRPr>
            </a:pPr>
            <a:r>
              <a:rPr sz="1575" b="1">
                <a:solidFill>
                  <a:srgbClr val="29282B"/>
                </a:solidFill>
              </a:rPr>
              <a:t>定义世界连续性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004a06b114b6c"/>
          <a:stretch xmlns:a="http://schemas.openxmlformats.org/drawingml/2006/main"/>
        </p:blipFill>
        <p:spPr>
          <a:xfrm xmlns:a="http://schemas.openxmlformats.org/drawingml/2006/main">
            <a:off x="14727144" y="3714750"/>
            <a:ext cx="2254438" cy="47625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ADBAA-7C91-4E8A-AE95-CDC498C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8610600"/>
            <a:ext cx="2371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F696A"/>
                </a:solidFill>
              </a:defRPr>
            </a:pPr>
            <a:r>
              <a:rPr sz="1425" b="0">
                <a:solidFill>
                  <a:srgbClr val="6F696A"/>
                </a:solidFill>
              </a:rPr>
              <a:t>用户设置规则、身份、冲突与角色连续性模式。</a:t>
            </a:r>
          </a:p>
        </p:txBody>
      </p:sp>
    </p:spTree>
    <p:extLst>
      <p:ext uri="{BB962C8B-B14F-4D97-AF65-F5344CB8AC3E}">
        <p14:creationId xmlns:p14="http://schemas.microsoft.com/office/powerpoint/2010/main" val="1707801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2026-08-06T02:26:50.1510000Z</dcterms:created>
  <dcterms:modified xsi:type="dcterms:W3CDTF">2026-08-06T02:26:50.1510000Z</dcterms:modified>
</coreProperties>
</file>